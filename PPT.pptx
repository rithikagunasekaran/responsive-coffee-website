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340" r:id="rId5"/>
    <p:sldId id="341" r:id="rId6"/>
    <p:sldId id="342" r:id="rId7"/>
    <p:sldId id="343" r:id="rId8"/>
    <p:sldId id="356" r:id="rId9"/>
    <p:sldId id="357" r:id="rId10"/>
    <p:sldId id="358" r:id="rId11"/>
    <p:sldId id="359" r:id="rId12"/>
    <p:sldId id="354" r:id="rId13"/>
    <p:sldId id="360" r:id="rId14"/>
    <p:sldId id="344" r:id="rId15"/>
    <p:sldId id="35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E0B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E171933-4619-4E11-9A3F-F7608DF75F80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 autoAdjust="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outlineViewPr>
    <p:cViewPr>
      <p:scale>
        <a:sx n="33" d="100"/>
        <a:sy n="33" d="100"/>
      </p:scale>
      <p:origin x="0" y="-1137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6264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482B951-AFFF-3499-FDE3-02A7F0BD15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E5896A-FCE2-110F-B202-A8E435372D6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E69F83-204D-4778-AAD0-A0F851A3AEEE}" type="datetimeFigureOut">
              <a:rPr lang="en-US" smtClean="0"/>
              <a:t>2/19/2026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1BFBA0-47AD-543A-6AE4-769D8F8658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8FC355-FEF6-ED8F-8D0E-F362E204A0F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669D59-B021-49CB-887D-52B8FEE1CE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0690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E3C21-C3CB-4B8D-9033-56C1B3CE75FA}" type="datetimeFigureOut">
              <a:rPr lang="en-US" smtClean="0"/>
              <a:t>2/19/2026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732C3C-A191-48C2-A7E8-9C96AF841A7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394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048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480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3993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939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ED47-CA65-2835-E865-CC889EC60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2C2F19-F54B-9935-179F-90378A28C3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3922CA-91D9-3BC8-1DED-B1D3985B66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26FE3A-DE9F-25C9-CA49-5440FBA66F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1745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7D9D7-1192-CDAA-1BE2-A8A3AF707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A7B9F3-2975-D742-65CC-6F5F0D53E1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99040B-51A5-6A0F-6C3F-6CD2D5D6BB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53F766-E329-62A8-B84C-359C293AC0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1254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D711B-0D59-3D3F-C9EE-281C67535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6BDED2-EEDE-0129-7148-EEAFB4BC8F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40A893-FD38-2076-BF70-E481F488E8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0FFC9C-790D-AE3F-5CF9-1B49FF968D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113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AC352-9286-E142-06B7-D5107FC58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8AB22D-443F-F6EE-044E-99690EDA21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E6748F-DB2D-C6AD-973B-0959F113CF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BA8FFC-7029-3B3E-70BB-5B9D45A39A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3503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7715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CA74A-EECD-A46F-7670-73F57C0E2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902513-74B2-617F-C483-8C985AE2D7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25384F-1122-5329-8400-654A491EC6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299987-9FFA-4B81-D571-579B165ED9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847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1577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118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BECDFC6B-0742-962E-44A1-19C9C173BB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0848" y="425303"/>
            <a:ext cx="11305217" cy="6007394"/>
          </a:xfrm>
          <a:prstGeom prst="rect">
            <a:avLst/>
          </a:prstGeom>
          <a:effectLst/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633046"/>
            <a:ext cx="10571998" cy="3366198"/>
          </a:xfrm>
          <a:ln>
            <a:noFill/>
          </a:ln>
          <a:effectLst/>
        </p:spPr>
        <p:txBody>
          <a:bodyPr/>
          <a:lstStyle>
            <a:lvl1pPr algn="ctr">
              <a:defRPr sz="7200" b="1" spc="-30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236985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ADBC817-DA57-A518-5544-0D3B819C7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873FFF3-C7B6-C678-1B03-17FBD0D5A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6174" y="425303"/>
            <a:ext cx="5379242" cy="59834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4217" y="924167"/>
            <a:ext cx="4383156" cy="5009322"/>
          </a:xfrm>
          <a:solidFill>
            <a:schemeClr val="accent1">
              <a:lumMod val="50000"/>
            </a:schemeClr>
          </a:solidFill>
          <a:effectLst>
            <a:outerShdw blurRad="254000" dist="50800" dir="2700000" algn="ctr" rotWithShape="0">
              <a:prstClr val="black">
                <a:alpha val="25000"/>
              </a:prstClr>
            </a:outerShdw>
          </a:effectLst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0FE23B-34E3-BAAF-E01D-BE221B4A94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00800" y="924512"/>
            <a:ext cx="4750904" cy="5008977"/>
          </a:xfrm>
        </p:spPr>
        <p:txBody>
          <a:bodyPr/>
          <a:lstStyle>
            <a:lvl1pPr marL="0" indent="0">
              <a:buNone/>
              <a:defRPr/>
            </a:lvl1pPr>
            <a:lvl2pPr marL="742950" indent="-285750"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543050" indent="-171450">
              <a:buFont typeface="Arial" panose="020B0604020202020204" pitchFamily="34" charset="0"/>
              <a:buChar char="•"/>
              <a:defRPr/>
            </a:lvl4pPr>
            <a:lvl5pPr marL="2000250" indent="-1714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79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105E210-05B5-5EA1-C778-30BB3A494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9987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792193-1165-3487-6FB9-133CB518C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090924" y="-2235006"/>
            <a:ext cx="6010147" cy="11320132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1741064"/>
            <a:ext cx="10571998" cy="1928264"/>
          </a:xfrm>
          <a:ln>
            <a:noFill/>
          </a:ln>
          <a:effectLst/>
        </p:spPr>
        <p:txBody>
          <a:bodyPr/>
          <a:lstStyle>
            <a:lvl1pPr algn="ctr">
              <a:defRPr sz="3600" spc="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10000" y="3694102"/>
            <a:ext cx="10572000" cy="896468"/>
          </a:xfrm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480000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1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905615-9FD2-EBB3-89AB-555B373EB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23955" y="414670"/>
            <a:ext cx="7132110" cy="601802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B638DB-3E00-7F4B-D4B7-9D7F09056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0459" y="420624"/>
            <a:ext cx="4183496" cy="601675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0EED07-CDD5-9244-28FA-5195E6795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35934" y="422551"/>
            <a:ext cx="4183495" cy="601014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717" y="924339"/>
            <a:ext cx="3990110" cy="500932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B5AB4E8D-8B32-8B00-8152-856C592BAB3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346793" y="924340"/>
            <a:ext cx="5684373" cy="5009322"/>
          </a:xfrm>
          <a:effectLst/>
        </p:spPr>
        <p:txBody>
          <a:bodyPr lIns="0" rIns="0" anchor="ctr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1pPr>
            <a:lvl2pPr marL="4572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2pPr>
            <a:lvl3pPr marL="9144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3pPr>
            <a:lvl4pPr marL="13716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4pPr>
            <a:lvl5pPr marL="18288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7692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F4A700F-42CA-D7A9-D709-C0017521B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rgbClr val="F9E0B9"/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61DA139-D8FD-A752-758D-4F836DFB2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353" t="-388" r="-1" b="-254"/>
          <a:stretch/>
        </p:blipFill>
        <p:spPr>
          <a:xfrm rot="16200000" flipH="1">
            <a:off x="210940" y="1589892"/>
            <a:ext cx="5245922" cy="366758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5516" y="1433219"/>
            <a:ext cx="5695102" cy="2092049"/>
          </a:xfrm>
          <a:noFill/>
          <a:effectLst/>
        </p:spPr>
        <p:txBody>
          <a:bodyPr anchor="b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96F37D4-7152-EA75-8D7D-D8F7D6DD9C4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50099" y="1974707"/>
            <a:ext cx="2907792" cy="2907792"/>
          </a:xfrm>
          <a:solidFill>
            <a:srgbClr val="F9E0B9"/>
          </a:solidFill>
          <a:effectLst/>
        </p:spPr>
        <p:txBody>
          <a:bodyPr anchor="t"/>
          <a:lstStyle>
            <a:lvl1pPr marL="0" indent="0" algn="ctr">
              <a:buNone/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AFBE5B12-0D10-DA99-093A-2C4FB738B21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496789" y="3525268"/>
            <a:ext cx="5683829" cy="2595429"/>
          </a:xfrm>
          <a:effectLst/>
        </p:spPr>
        <p:txBody>
          <a:bodyPr anchor="t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b="1">
                <a:solidFill>
                  <a:schemeClr val="accent1">
                    <a:lumMod val="50000"/>
                  </a:schemeClr>
                </a:solidFill>
              </a:defRPr>
            </a:lvl1pPr>
            <a:lvl2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79950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1D7C89-8451-1944-C2B3-53AADAC99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678" y="422551"/>
            <a:ext cx="4223822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B15EB-5194-C74B-F881-D3DCBE854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5499" y="422551"/>
            <a:ext cx="7144823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633845"/>
            <a:ext cx="3990110" cy="219248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15614EF-4CFA-2D69-0F78-9D7409E2337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47423" y="3174531"/>
            <a:ext cx="3772622" cy="3122360"/>
          </a:xfrm>
          <a:effectLst/>
        </p:spPr>
        <p:txBody>
          <a:bodyPr rIns="274320" anchor="t"/>
          <a:lstStyle>
            <a:lvl1pPr marL="283464" indent="-28346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D6637B-A7C5-34FF-5B51-32392DAEABB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237732" y="946205"/>
            <a:ext cx="5971020" cy="5161655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3164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3E625C-F0A4-564D-CEE2-6B3595CEB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61889" y="0"/>
            <a:ext cx="6230111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7445" y="157637"/>
            <a:ext cx="4851694" cy="2190705"/>
          </a:xfrm>
          <a:noFill/>
          <a:effectLst/>
        </p:spPr>
        <p:txBody>
          <a:bodyPr anchor="b"/>
          <a:lstStyle>
            <a:lvl1pPr algn="l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4D8C78-00C3-F3D7-17C3-F1667E463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422551"/>
            <a:ext cx="5124893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13E61FD-F54A-5F86-FCED-3BD4C8AA4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353" t="-388" r="-1" b="-254"/>
          <a:stretch/>
        </p:blipFill>
        <p:spPr>
          <a:xfrm flipH="1">
            <a:off x="659106" y="3429000"/>
            <a:ext cx="4589830" cy="278041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9F0290F-2D31-F9FB-AD35-B76947AF1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36863" y="776532"/>
            <a:ext cx="3434316" cy="501821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347A5B6-0F99-C044-C209-F3190EEFA3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36663" y="776288"/>
            <a:ext cx="3433762" cy="501808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E96890F-0832-5087-193F-70CF33DEE0A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592615" y="2505979"/>
            <a:ext cx="4837385" cy="3926717"/>
          </a:xfrm>
          <a:effectLst/>
        </p:spPr>
        <p:txBody>
          <a:bodyPr anchor="t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6681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4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6DB3CB-355C-968A-7F5F-71E03504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2" y="0"/>
            <a:ext cx="12192001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81D7C89-8451-1944-C2B3-53AADAC99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678" y="422551"/>
            <a:ext cx="4223822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B15EB-5194-C74B-F881-D3DCBE854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5499" y="422551"/>
            <a:ext cx="7144823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924339"/>
            <a:ext cx="3990110" cy="500932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D6637B-A7C5-34FF-5B51-32392DAEABB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153836" y="1371602"/>
            <a:ext cx="6177309" cy="1953489"/>
          </a:xfrm>
          <a:effectLst/>
        </p:spPr>
        <p:txBody>
          <a:bodyPr anchor="t"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7429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002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 marL="20574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087279F-936E-0F41-B533-7990D668D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153836" y="3446156"/>
            <a:ext cx="6177309" cy="0"/>
          </a:xfrm>
          <a:prstGeom prst="line">
            <a:avLst/>
          </a:prstGeom>
          <a:ln w="190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CDD03AA1-6D53-FEB1-9B22-57C1066DA33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53836" y="3745924"/>
            <a:ext cx="6177309" cy="2238918"/>
          </a:xfrm>
          <a:effectLst/>
        </p:spPr>
        <p:txBody>
          <a:bodyPr anchor="t"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7429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002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 marL="20574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9371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9176A3-24B8-086B-739F-2B3DCE8BE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96EFAA-0851-646A-8758-C20243901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685800"/>
            <a:ext cx="10571998" cy="2983528"/>
          </a:xfrm>
          <a:effectLst/>
        </p:spPr>
        <p:txBody>
          <a:bodyPr/>
          <a:lstStyle>
            <a:lvl1pPr algn="ctr">
              <a:defRPr sz="3600" spc="0" baseline="0"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23403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12B799F-04B8-4A62-EB7D-F17311231B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56500" y="0"/>
            <a:ext cx="4635500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F310BE-5861-E73D-5979-D11A971516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0270" y="487680"/>
            <a:ext cx="6482080" cy="59029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12F5E6-EC22-5E10-94FB-5E546A7B9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95630" y="477518"/>
            <a:ext cx="6482079" cy="5913121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6952" y="477518"/>
            <a:ext cx="3829465" cy="2693887"/>
          </a:xfrm>
          <a:noFill/>
          <a:effectLst/>
        </p:spPr>
        <p:txBody>
          <a:bodyPr anchor="b"/>
          <a:lstStyle>
            <a:lvl1pPr algn="l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4BBA88A-FAA8-CE13-2A76-BF8B014AE343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952500" y="909638"/>
            <a:ext cx="5578475" cy="5038725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E96890F-0832-5087-193F-70CF33DEE0A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036953" y="3449781"/>
            <a:ext cx="3829465" cy="2940860"/>
          </a:xfrm>
          <a:effectLst/>
        </p:spPr>
        <p:txBody>
          <a:bodyPr anchor="t"/>
          <a:lstStyle>
            <a:lvl1pPr marL="2857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2818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9176A3-24B8-086B-739F-2B3DCE8BE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96EFAA-0851-646A-8758-C20243901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373" y="571501"/>
            <a:ext cx="11139054" cy="1028699"/>
          </a:xfrm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E10735F5-6B7D-348D-AC70-8BC10CB5F70A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838200" y="1860550"/>
            <a:ext cx="10515600" cy="4198938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634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FDAFCA1-BDD9-1108-8F95-E3FC1A793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0"/>
            <a:ext cx="11532896" cy="6858000"/>
            <a:chOff x="659106" y="0"/>
            <a:chExt cx="11532896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4BFDB24-6BE4-2FC0-F772-DC1DE926E485}"/>
                </a:ext>
              </a:extLst>
            </p:cNvPr>
            <p:cNvSpPr/>
            <p:nvPr/>
          </p:nvSpPr>
          <p:spPr>
            <a:xfrm>
              <a:off x="5995086" y="0"/>
              <a:ext cx="6196916" cy="6858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>
              <a:outerShdw blurRad="254000" dist="508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131EABEA-AB8A-5E4C-A6DD-8F32B70E90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-1353" t="-388" r="-1" b="-254"/>
            <a:stretch/>
          </p:blipFill>
          <p:spPr>
            <a:xfrm flipH="1">
              <a:off x="659106" y="1956391"/>
              <a:ext cx="4878094" cy="2780414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2279AAC-0D81-D3CD-3F0F-E8CEE0F56D43}"/>
                </a:ext>
              </a:extLst>
            </p:cNvPr>
            <p:cNvSpPr/>
            <p:nvPr/>
          </p:nvSpPr>
          <p:spPr>
            <a:xfrm>
              <a:off x="1328303" y="776532"/>
              <a:ext cx="3434316" cy="501821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7542" y="132080"/>
            <a:ext cx="4928894" cy="6507711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720B2D-C199-57FA-9453-DBFB607BA9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29500" y="992188"/>
            <a:ext cx="3425825" cy="501808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858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s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11222B-29F6-BF2A-09DE-82F659638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035F993-EADB-1C5A-7158-41E510B70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12E34E-DBAF-BA5D-15D9-E69A05535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1889759"/>
            <a:ext cx="11424920" cy="45429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571499"/>
            <a:ext cx="11118274" cy="1154114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BF6A552-CE6A-3977-8507-74A1C4C4B5A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41667" y="2461056"/>
            <a:ext cx="3626424" cy="3721535"/>
          </a:xfrm>
          <a:effectLst/>
        </p:spPr>
        <p:txBody>
          <a:bodyPr anchor="t">
            <a:normAutofit/>
          </a:bodyPr>
          <a:lstStyle>
            <a:lvl1pPr marL="285750" indent="-28575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400"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200"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200"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4C80689F-A123-F6D7-2AA8-9166317EF424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995282" y="2440275"/>
            <a:ext cx="5164553" cy="3721534"/>
          </a:xfrm>
          <a:effectLst/>
        </p:spPr>
        <p:txBody>
          <a:bodyPr anchor="t">
            <a:norm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Font typeface="+mj-lt"/>
              <a:buAutoNum type="arabicPeriod"/>
              <a:defRPr sz="1800" b="1">
                <a:solidFill>
                  <a:schemeClr val="accent1">
                    <a:lumMod val="50000"/>
                  </a:schemeClr>
                </a:solidFill>
              </a:defRPr>
            </a:lvl1pPr>
            <a:lvl2pPr marL="34747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82021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F4DCF8-BA15-AB79-2D14-040F5A063B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D22DD7-291D-E347-8A4C-07E31E681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092299" y="-2231063"/>
            <a:ext cx="6007395" cy="11320129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660" y="1017858"/>
            <a:ext cx="10650681" cy="2719255"/>
          </a:xfrm>
          <a:noFill/>
          <a:effectLst/>
        </p:spPr>
        <p:txBody>
          <a:bodyPr anchor="b"/>
          <a:lstStyle>
            <a:lvl1pPr algn="ctr">
              <a:defRPr sz="7200" spc="-300" baseline="0"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0FE23B-34E3-BAAF-E01D-BE221B4A94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0660" y="4042066"/>
            <a:ext cx="10650681" cy="2296843"/>
          </a:xfrm>
          <a:effectLst/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72508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6F7BD38-A805-4B2C-9BDF-D56E94387879}" type="datetime1">
              <a:rPr lang="en-US" smtClean="0"/>
              <a:t>2/19/2026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6" r:id="rId1"/>
    <p:sldLayoutId id="2147483668" r:id="rId2"/>
    <p:sldLayoutId id="2147483669" r:id="rId3"/>
    <p:sldLayoutId id="2147483684" r:id="rId4"/>
    <p:sldLayoutId id="2147483672" r:id="rId5"/>
    <p:sldLayoutId id="2147483687" r:id="rId6"/>
    <p:sldLayoutId id="2147483671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85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 baseline="0">
          <a:ln>
            <a:noFill/>
          </a:ln>
          <a:solidFill>
            <a:srgbClr val="FEFEFE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762A4-2E4B-23FB-9F8B-D54C0F90A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633046"/>
            <a:ext cx="10571998" cy="4055686"/>
          </a:xfrm>
        </p:spPr>
        <p:txBody>
          <a:bodyPr/>
          <a:lstStyle/>
          <a:p>
            <a:r>
              <a:rPr lang="en-US" dirty="0"/>
              <a:t>Quarterly Evaluation I Project Submission</a:t>
            </a:r>
            <a:br>
              <a:rPr lang="en-US" dirty="0"/>
            </a:br>
            <a:r>
              <a:rPr lang="en-US" dirty="0"/>
              <a:t>TEAM - 6</a:t>
            </a:r>
          </a:p>
        </p:txBody>
      </p:sp>
    </p:spTree>
    <p:extLst>
      <p:ext uri="{BB962C8B-B14F-4D97-AF65-F5344CB8AC3E}">
        <p14:creationId xmlns:p14="http://schemas.microsoft.com/office/powerpoint/2010/main" val="431835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B7740-ED88-9F6A-89FF-4B0DFAAC3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217" y="924167"/>
            <a:ext cx="4383156" cy="5009322"/>
          </a:xfrm>
        </p:spPr>
        <p:txBody>
          <a:bodyPr/>
          <a:lstStyle/>
          <a:p>
            <a:r>
              <a:rPr lang="en-US" dirty="0"/>
              <a:t>Members of the Team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25282-EE8D-71BA-6317-EECFE33238D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0" y="924512"/>
            <a:ext cx="4750904" cy="5008977"/>
          </a:xfrm>
        </p:spPr>
        <p:txBody>
          <a:bodyPr/>
          <a:lstStyle/>
          <a:p>
            <a:pPr lvl="0" algn="ctr"/>
            <a:r>
              <a:rPr lang="en-US" sz="2400" noProof="0" dirty="0"/>
              <a:t>Arshdeep S Virdi</a:t>
            </a:r>
            <a:br>
              <a:rPr lang="en-US" sz="2400" noProof="0" dirty="0"/>
            </a:br>
            <a:r>
              <a:rPr lang="en-US" sz="2400" noProof="0" dirty="0"/>
              <a:t>Harshiya Saxena</a:t>
            </a:r>
            <a:br>
              <a:rPr lang="en-US" sz="2400" noProof="0" dirty="0"/>
            </a:br>
            <a:r>
              <a:rPr lang="en-US" sz="2400" noProof="0" dirty="0"/>
              <a:t>Rithika G</a:t>
            </a:r>
            <a:br>
              <a:rPr lang="en-US" sz="2400" noProof="0" dirty="0"/>
            </a:br>
            <a:r>
              <a:rPr lang="en-US" sz="2400" noProof="0" dirty="0"/>
              <a:t>Sangeetha S</a:t>
            </a:r>
            <a:br>
              <a:rPr lang="en-US" sz="2400" noProof="0" dirty="0"/>
            </a:br>
            <a:r>
              <a:rPr lang="en-US" sz="2400" noProof="0" dirty="0"/>
              <a:t>Srujan P</a:t>
            </a:r>
          </a:p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09924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9F16AEF-ABBB-D2DD-A297-5819AEB9AF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9998" y="2675549"/>
            <a:ext cx="10572000" cy="1506901"/>
          </a:xfrm>
        </p:spPr>
        <p:txBody>
          <a:bodyPr/>
          <a:lstStyle/>
          <a:p>
            <a:pPr lvl="0"/>
            <a:r>
              <a:rPr lang="en-US" sz="2800" dirty="0"/>
              <a:t>Responsive Coffee Shop Website</a:t>
            </a:r>
            <a:br>
              <a:rPr lang="en-US" dirty="0"/>
            </a:br>
            <a:r>
              <a:rPr lang="en-US" b="0" dirty="0"/>
              <a:t>Group project to build a responsive website that adapts to various devices.</a:t>
            </a:r>
            <a:endParaRPr lang="en-US" noProof="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46F6690-739F-AAD0-51A0-0E71165A5490}"/>
              </a:ext>
            </a:extLst>
          </p:cNvPr>
          <p:cNvSpPr txBox="1">
            <a:spLocks/>
          </p:cNvSpPr>
          <p:nvPr/>
        </p:nvSpPr>
        <p:spPr>
          <a:xfrm>
            <a:off x="809998" y="1711974"/>
            <a:ext cx="10571998" cy="661668"/>
          </a:xfrm>
          <a:prstGeom prst="rect">
            <a:avLst/>
          </a:prstGeom>
          <a:ln>
            <a:noFill/>
          </a:ln>
          <a:effectLst/>
        </p:spPr>
        <p:txBody>
          <a:bodyPr vert="horz" lIns="91440" tIns="45720" rIns="91440" bIns="45720" rtlCol="0" anchor="b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600" b="1" kern="1200" spc="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BREWNOVA</a:t>
            </a:r>
          </a:p>
        </p:txBody>
      </p:sp>
    </p:spTree>
    <p:extLst>
      <p:ext uri="{BB962C8B-B14F-4D97-AF65-F5344CB8AC3E}">
        <p14:creationId xmlns:p14="http://schemas.microsoft.com/office/powerpoint/2010/main" val="1173936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ECDD0-17F6-3312-AE6D-F7EB95E46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717" y="924339"/>
            <a:ext cx="3990110" cy="5009322"/>
          </a:xfrm>
        </p:spPr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36AA5-9DDA-DA9A-5469-6885A5A84D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46793" y="924340"/>
            <a:ext cx="5684373" cy="5009322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Build a static, accessible, and visually appealing website for a coffee shop.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Ensure layouts, navigation, and forms adapt gracefully across screen sizes.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Demonstrate responsive design principles and practical media-query usage.</a:t>
            </a:r>
          </a:p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59076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62960-9685-CC68-A71E-1EC4BF0AC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22A40-93B3-7994-8562-55A243581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717" y="924339"/>
            <a:ext cx="3990110" cy="5009322"/>
          </a:xfrm>
        </p:spPr>
        <p:txBody>
          <a:bodyPr/>
          <a:lstStyle/>
          <a:p>
            <a:r>
              <a:rPr lang="en-US" dirty="0"/>
              <a:t>File overview and 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AC85F-7299-B527-C9B4-85BA0984A10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46793" y="924340"/>
            <a:ext cx="5684373" cy="5009322"/>
          </a:xfrm>
        </p:spPr>
        <p:txBody>
          <a:bodyPr>
            <a:normAutofit fontScale="925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/>
              <a:t>index.html </a:t>
            </a:r>
            <a:r>
              <a:rPr lang="en-US" dirty="0"/>
              <a:t>— Main landing page: hero, menu, about, contact, product listings.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/>
              <a:t>cart.html </a:t>
            </a:r>
            <a:r>
              <a:rPr lang="en-US" dirty="0"/>
              <a:t>— Dedicated cart/checkout page for selected items and totals.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/>
              <a:t>styles.css </a:t>
            </a:r>
            <a:r>
              <a:rPr lang="en-US" dirty="0"/>
              <a:t>— All layout, responsive rules, typography, color palette, and forms.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/>
              <a:t>swiper-bundle.min.css </a:t>
            </a:r>
            <a:r>
              <a:rPr lang="en-US" dirty="0"/>
              <a:t>— Styles for the Swiper carousel.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/>
              <a:t>main.js </a:t>
            </a:r>
            <a:r>
              <a:rPr lang="en-US" dirty="0"/>
              <a:t>— Custom JavaScript for menu toggle, cart interactions, form validation, and initializing libraries.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/>
              <a:t>swiper-bundle.min.js </a:t>
            </a:r>
            <a:r>
              <a:rPr lang="en-US" dirty="0"/>
              <a:t>— Carousel functionality (product or testimonial sliders).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/>
              <a:t>scrollreveal.min.js </a:t>
            </a:r>
            <a:r>
              <a:rPr lang="en-US" dirty="0"/>
              <a:t>— Scroll-triggered entrance animations for UI polish.</a:t>
            </a:r>
          </a:p>
        </p:txBody>
      </p:sp>
    </p:spTree>
    <p:extLst>
      <p:ext uri="{BB962C8B-B14F-4D97-AF65-F5344CB8AC3E}">
        <p14:creationId xmlns:p14="http://schemas.microsoft.com/office/powerpoint/2010/main" val="1191069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89DFC-4B5F-0C2D-BC09-D4A725AEA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F28B1-3D8F-8250-AE7F-E8F9E0EBA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717" y="924339"/>
            <a:ext cx="3990110" cy="5009322"/>
          </a:xfrm>
        </p:spPr>
        <p:txBody>
          <a:bodyPr/>
          <a:lstStyle/>
          <a:p>
            <a:r>
              <a:rPr lang="en-US" dirty="0"/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29CF4-9A92-9332-CDDF-7E79DE3C259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46793" y="924340"/>
            <a:ext cx="5684373" cy="5009322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Responsive multi-section homepage: menu grid, specials, about, contact.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Cart functionality and for demoing selection and totals.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Mobile-first design with breakpoints for tablet and desktop.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Sections showcasing products with images and responsive grid.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About section with brand story and values.</a:t>
            </a:r>
          </a:p>
        </p:txBody>
      </p:sp>
    </p:spTree>
    <p:extLst>
      <p:ext uri="{BB962C8B-B14F-4D97-AF65-F5344CB8AC3E}">
        <p14:creationId xmlns:p14="http://schemas.microsoft.com/office/powerpoint/2010/main" val="1207863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81178-9710-0669-BF4D-3B00DD81A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FDBE8-CDFA-E321-0D27-EFBBF1531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717" y="924339"/>
            <a:ext cx="3990110" cy="5009322"/>
          </a:xfrm>
        </p:spPr>
        <p:txBody>
          <a:bodyPr/>
          <a:lstStyle/>
          <a:p>
            <a:r>
              <a:rPr lang="en-US" dirty="0"/>
              <a:t>Responsive Techniques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69484-6DE3-2B6D-BB15-737E188FB69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46793" y="924340"/>
            <a:ext cx="5684373" cy="5009322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Base : base styles for small screens, progressively enhanced with larger breakpoints.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Layouts: Flexbox and CSS Grid to move from single-column to multi-column.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Images: max-width: 100% and object-fit to preserve aspect ratios.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Navigation: collapsible/hamburger on mobile (controlled by main.js) to horizontal on larger screens.</a:t>
            </a:r>
          </a:p>
        </p:txBody>
      </p:sp>
    </p:spTree>
    <p:extLst>
      <p:ext uri="{BB962C8B-B14F-4D97-AF65-F5344CB8AC3E}">
        <p14:creationId xmlns:p14="http://schemas.microsoft.com/office/powerpoint/2010/main" val="629097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1FC03-D97D-2556-D1F0-7673ADD42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49BB9-F191-3C4E-A460-AA824B4DC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717" y="924339"/>
            <a:ext cx="3990110" cy="5009322"/>
          </a:xfrm>
        </p:spPr>
        <p:txBody>
          <a:bodyPr/>
          <a:lstStyle/>
          <a:p>
            <a:r>
              <a:rPr lang="en-US" dirty="0"/>
              <a:t>Example Media Query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F29EC-C2BB-5527-7D9E-8C835BEB90D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46793" y="924340"/>
            <a:ext cx="5684373" cy="5009322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Base (mobile): default styles for narrow screens.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Tablet breakpoint (~768px): switch to multi-column layouts for menu and about sections.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Desktop breakpoint (~1024px+): wider containers, larger typography, multi-column header/footer.</a:t>
            </a:r>
          </a:p>
        </p:txBody>
      </p:sp>
    </p:spTree>
    <p:extLst>
      <p:ext uri="{BB962C8B-B14F-4D97-AF65-F5344CB8AC3E}">
        <p14:creationId xmlns:p14="http://schemas.microsoft.com/office/powerpoint/2010/main" val="209735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E1BB1-C5B6-C34A-6087-486828876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935" y="571499"/>
            <a:ext cx="11118274" cy="1154114"/>
          </a:xfrm>
        </p:spPr>
        <p:txBody>
          <a:bodyPr/>
          <a:lstStyle/>
          <a:p>
            <a:pPr lvl="0"/>
            <a:r>
              <a:rPr lang="en-US" dirty="0"/>
              <a:t>Images of the Website </a:t>
            </a:r>
            <a:endParaRPr lang="en-US" noProof="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D2544B4-1B57-6176-CF8A-A0C2552D92D6}"/>
              </a:ext>
            </a:extLst>
          </p:cNvPr>
          <p:cNvPicPr>
            <a:picLocks noGrp="1" noChangeAspect="1" noChangeArrowheads="1"/>
          </p:cNvPicPr>
          <p:nvPr>
            <p:ph sz="quarter" idx="17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102" y="2270565"/>
            <a:ext cx="5005388" cy="2316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FAF5281-0F27-5A9A-6325-B7C9D85C653D}"/>
              </a:ext>
            </a:extLst>
          </p:cNvPr>
          <p:cNvPicPr>
            <a:picLocks noGrp="1" noChangeAspect="1" noChangeArrowheads="1"/>
          </p:cNvPicPr>
          <p:nvPr>
            <p:ph sz="quarter" idx="18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6761" y="3599864"/>
            <a:ext cx="5164137" cy="2551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9354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E3E0B-8525-B8EF-A16D-00711D6F1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0E636-56BF-2977-35C9-E199B3D86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935" y="571499"/>
            <a:ext cx="11118274" cy="1154114"/>
          </a:xfrm>
        </p:spPr>
        <p:txBody>
          <a:bodyPr/>
          <a:lstStyle/>
          <a:p>
            <a:pPr lvl="0"/>
            <a:r>
              <a:rPr lang="en-US" dirty="0"/>
              <a:t>Images of the Website </a:t>
            </a:r>
            <a:endParaRPr lang="en-US" noProof="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A822A83-C10C-D73A-6251-55B58EA938E4}"/>
              </a:ext>
            </a:extLst>
          </p:cNvPr>
          <p:cNvPicPr>
            <a:picLocks noGrp="1" noChangeAspect="1" noChangeArrowheads="1"/>
          </p:cNvPicPr>
          <p:nvPr>
            <p:ph sz="quarter" idx="17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102" y="2237991"/>
            <a:ext cx="5008766" cy="2551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030D4525-1006-E6C2-B85B-63B9974E8210}"/>
              </a:ext>
            </a:extLst>
          </p:cNvPr>
          <p:cNvPicPr>
            <a:picLocks noGrp="1" noChangeAspect="1" noChangeArrowheads="1"/>
          </p:cNvPicPr>
          <p:nvPr>
            <p:ph sz="quarter" idx="18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429000"/>
            <a:ext cx="5164137" cy="2675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6054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8ECA8A6-26C7-FE2F-5884-A9A565205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6560" y="1974707"/>
            <a:ext cx="5695102" cy="2092049"/>
          </a:xfrm>
        </p:spPr>
        <p:txBody>
          <a:bodyPr/>
          <a:lstStyle/>
          <a:p>
            <a:r>
              <a:rPr lang="en-US" sz="7200" dirty="0"/>
              <a:t>DEMO</a:t>
            </a:r>
          </a:p>
        </p:txBody>
      </p:sp>
      <p:pic>
        <p:nvPicPr>
          <p:cNvPr id="8" name="Picture Placeholder 7" descr="A green circle with a curled corner">
            <a:extLst>
              <a:ext uri="{FF2B5EF4-FFF2-40B4-BE49-F238E27FC236}">
                <a16:creationId xmlns:a16="http://schemas.microsoft.com/office/drawing/2014/main" id="{8CCCEC06-31A4-216C-78F1-DF37E7A7CC3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/>
          <a:stretch/>
        </p:blipFill>
        <p:spPr>
          <a:xfrm>
            <a:off x="1350099" y="1974707"/>
            <a:ext cx="2907792" cy="2907792"/>
          </a:xfrm>
        </p:spPr>
      </p:pic>
    </p:spTree>
    <p:extLst>
      <p:ext uri="{BB962C8B-B14F-4D97-AF65-F5344CB8AC3E}">
        <p14:creationId xmlns:p14="http://schemas.microsoft.com/office/powerpoint/2010/main" val="3937483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05011-03FC-652B-2538-4EAE68ABF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660" y="1017858"/>
            <a:ext cx="10650681" cy="2719255"/>
          </a:xfrm>
        </p:spPr>
        <p:txBody>
          <a:bodyPr/>
          <a:lstStyle/>
          <a:p>
            <a:pPr lvl="0"/>
            <a:r>
              <a:rPr lang="en-US" dirty="0"/>
              <a:t>Thank You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636579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381587_Win32_SL_v6" id="{5005B820-A0B7-49EA-8569-DCF0CD2DBB9D}" vid="{2E48C80D-E25D-44C4-BCFD-F1465E9B61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F29F0C84-2C14-4FB8-88C2-9577181F2CC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72B3831-C4F2-498C-8E5F-F8D6F90548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4ACCF44-01D5-4C40-9EAC-D3C3683409F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{4FA691F9-0EC9-4402-947B-3ED027D22B45}TF4e23ad37-c1a6-42e6-a6ec-6518d97eca9ec3cad5d6_win32-e4fb00466b0d</Template>
  <TotalTime>52</TotalTime>
  <Words>381</Words>
  <Application>Microsoft Office PowerPoint</Application>
  <PresentationFormat>Widescreen</PresentationFormat>
  <Paragraphs>48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Century Gothic</vt:lpstr>
      <vt:lpstr>Wingdings 2</vt:lpstr>
      <vt:lpstr>Quotable</vt:lpstr>
      <vt:lpstr>Quarterly Evaluation I Project Submission TEAM - 6</vt:lpstr>
      <vt:lpstr>Members of the Team</vt:lpstr>
      <vt:lpstr>PowerPoint Presentation</vt:lpstr>
      <vt:lpstr>Objective</vt:lpstr>
      <vt:lpstr>File overview and Roles</vt:lpstr>
      <vt:lpstr>Key features</vt:lpstr>
      <vt:lpstr>Responsive Techniques used</vt:lpstr>
      <vt:lpstr>Example Media Query Strategy</vt:lpstr>
      <vt:lpstr>Images of the Website </vt:lpstr>
      <vt:lpstr>Images of the Website </vt:lpstr>
      <vt:lpstr>DEMO</vt:lpstr>
      <vt:lpstr>Thank You</vt:lpstr>
    </vt:vector>
  </TitlesOfParts>
  <Company>The Boeing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EXI-P, Srujan</dc:creator>
  <cp:lastModifiedBy>EXI-P, Srujan</cp:lastModifiedBy>
  <cp:revision>1</cp:revision>
  <dcterms:created xsi:type="dcterms:W3CDTF">2026-02-19T10:11:09Z</dcterms:created>
  <dcterms:modified xsi:type="dcterms:W3CDTF">2026-02-19T11:03:58Z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